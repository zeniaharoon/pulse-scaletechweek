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90eae216474ddd" /><Relationship Type="http://schemas.openxmlformats.org/officeDocument/2006/relationships/extended-properties" Target="/docProps/app.xml" Id="Rd2ce283b48174723" /><Relationship Type="http://schemas.openxmlformats.org/officeDocument/2006/relationships/officeDocument" Target="/ppt/presentation.xml" Id="Rb6c822de017749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e5dd205e9e4f09"/>
  </p:sldMasterIdLst>
  <p:notesMasterIdLst>
    <p:notesMasterId xmlns:r="http://schemas.openxmlformats.org/officeDocument/2006/relationships" r:id="R89fd2fe385e84543"/>
  </p:notesMasterIdLst>
  <p:sldIdLst>
    <p:sldId xmlns:r="http://schemas.openxmlformats.org/officeDocument/2006/relationships" id="256" r:id="R0abb6dbdfb4c40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e6cb293da64cec" /><Relationship Type="http://schemas.openxmlformats.org/officeDocument/2006/relationships/slideMaster" Target="/ppt/slideMasters/slideMaster1.xml" Id="Re2e5dd205e9e4f09" /><Relationship Type="http://schemas.openxmlformats.org/officeDocument/2006/relationships/notesMaster" Target="/ppt/notesMasters/notesMaster1.xml" Id="R89fd2fe385e84543" /><Relationship Type="http://schemas.openxmlformats.org/officeDocument/2006/relationships/presProps" Target="/ppt/presProps.xml" Id="R71909453f05943b0" /><Relationship Type="http://schemas.openxmlformats.org/officeDocument/2006/relationships/tableStyles" Target="/ppt/tableStyles.xml" Id="R509d3df5bc8a4078" /><Relationship Type="http://schemas.openxmlformats.org/officeDocument/2006/relationships/slide" Target="/ppt/slides/slide1.xml" Id="R0abb6dbdfb4c40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307da050fd4b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a155073b2d454b" /><Relationship Type="http://schemas.openxmlformats.org/officeDocument/2006/relationships/notesMaster" Target="/ppt/notesMasters/notesMaster1.xml" Id="Rcdfa90efac8b49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University of Melbourne, Wearable Seizure Forecasting Pilot (2023), https://figshare.unimelb.edu.au/articles/dataset/Wearable_Seizure_Forecasting_Pilot/23206445. Kjaer et al., Data quality evaluation in wearable monitoring, Scientific Reports (2022), https://pmc.ncbi.nlm.nih.gov/articles/PMC9741649/. The model-development statements describe a proposed research workflow and do not represent clinical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aa8f2948f48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c44a52b263416d" /><Relationship Type="http://schemas.openxmlformats.org/officeDocument/2006/relationships/slideLayout" Target="/ppt/slideLayouts/slideLayout1.xml" Id="R02342aceb8eb4b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342aceb8eb4b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edbe6b1af4c12" /><Relationship Type="http://schemas.openxmlformats.org/officeDocument/2006/relationships/notesSlide" Target="/ppt/notesSlides/notesSlide1.xml" Id="Rec6160bbfd8d49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B53D32-88E5-431D-920A-5C5B542D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Technical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CC682-1C87-430C-BD7A-BD47D96E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4C9D8-EC6F-4C4F-A1DC-B4B7C6D8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76325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Participant-specific seizure forecasting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288F2-ECD6-43D7-BEEA-6C40573F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rPr>
              <a:t>Data used in the research pathway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4F824-DAC3-450F-86F4-9C2FA40A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629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rPr>
              <a:t>The wearable pilot provides heart-rate measurements and participant-reported event times. The product model expands this foundation with additional validated wearable signals.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2F13D-075D-4777-92E7-2CE1EE79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476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32B4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FEEDE-9B1C-4395-9E11-23BE996A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28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434B6-BAB2-4515-ADAD-68F2B99E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Wearable Seizure Forecasting 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45C5F-B3C9-4D5F-91C7-9BEF6A73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rPr>
              <a:t>Available 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76228-9089-447B-9846-CB50AEBF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rPr>
              <a:t>Heart rate</a:t>
            </a:r>
          </a:p>
          <a:p xmlns:a="http://schemas.openxmlformats.org/drawingml/2006/main">
            <a:pPr algn="l">
              <a:defRPr sz="12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rPr>
              <a:t>Reported seizure-event times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63C00-5C33-46FC-BBAE-C886F920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7190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3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rPr>
              <a:t>Public research dataset</a:t>
            </a:r>
          </a:p>
          <a:p xmlns:a="http://schemas.openxmlformats.org/drawingml/2006/main">
            <a:pPr algn="l">
              <a:defRPr sz="112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rPr>
              <a:t>13 participant event files</a:t>
            </a:r>
          </a:p>
          <a:p xmlns:a="http://schemas.openxmlformats.org/drawingml/2006/main">
            <a:pPr algn="l">
              <a:defRPr sz="112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rPr>
              <a:t>7 heart-rate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92544-8370-42DD-9F3B-D544EAFD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47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rPr>
              <a:t>Forecast development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9D3EA-C438-44CD-9490-06C0D83F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8850"/>
            <a:ext cx="1743075" cy="198120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C9D0D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6204D-52EE-4B60-9875-AD1C4294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574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28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9EA49-B06E-46A5-B14A-0F968752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479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4B4F1-381D-4F68-9C59-F93F8764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28950"/>
            <a:ext cx="1323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53B70-DC13-4F06-9A23-BA58698F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09950"/>
            <a:ext cx="1323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rPr>
              <a:t>Align sensor records with event labels. Check coverage, gaps, and time zones.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D9475-E5EE-4B4C-BB2F-96EDD7B2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1743075" cy="198120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C9D0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1F211-5EDE-4A8B-B0D3-C66D7E69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28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45564-6D42-414F-A5E7-45DDFEEE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840791-A717-442F-B35B-9337949D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323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rPr>
              <a:t>Personalize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02F74-A5FE-4ED8-883D-351B660D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09950"/>
            <a:ext cx="1323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rPr>
              <a:t>Estimate each participant's baseline and build time-aware physiological features.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E9FEC2-3C26-4C42-91DB-A45508BE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28850"/>
            <a:ext cx="1743075" cy="198120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C9D0D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0643E-3759-4AA6-86A5-F159FBAC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574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284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90A304-D3FB-4B03-92E5-C4D59CC5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479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12E969-A2CA-4CA2-9D79-322C77AB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28950"/>
            <a:ext cx="1323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rPr>
              <a:t>Evaluate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FE23F-6A91-4926-9B0C-DD6193F8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09950"/>
            <a:ext cx="1323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9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rPr>
              <a:t>Train on earlier periods and test on later periods before setting alert thresholds.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8F7589-D959-482B-9450-9174FE41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696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0D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D7B653-E272-4A23-88D6-A5EA02DB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48275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2B4C"/>
                </a:solidFill>
                <a:latin typeface="Helvetica Neue"/>
                <a:ea typeface="Helvetica Neue"/>
                <a:cs typeface="Helvetica Neue"/>
              </a:rPr>
              <a:t>Prototype scope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C5F8A0-F5BB-47E8-9F18-743CB649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9700"/>
            <a:ext cx="870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5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rPr>
              <a:t>The current app visualizes a continuous risk score. A clinical model requires participant mapping, signal-quality review, temporal validation, and prospective study design.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7B388B-C207-4785-81CC-9D6F5FB0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rPr>
              <a:t>Sources: Wearable Seizure Forecasting Pilot, University of Melbourne (2023), CC BY-NC-SA 4.0.  Data quality context: Kjaer et al., Scientific Reports (2022).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FD5EC6-1C6E-4B54-99B5-58CF8F24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626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98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8677B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050852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2026-09-20T22:59:21.9020000Z</dcterms:created>
  <dcterms:modified xsi:type="dcterms:W3CDTF">2026-09-20T22:59:21.9020000Z</dcterms:modified>
</coreProperties>
</file>